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695183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EAE2F8"/>
          </a:solidFill>
          <a:ln w="10160">
            <a:solidFill>
              <a:srgbClr val="C6B9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95183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695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95183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AFC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F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95183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95183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