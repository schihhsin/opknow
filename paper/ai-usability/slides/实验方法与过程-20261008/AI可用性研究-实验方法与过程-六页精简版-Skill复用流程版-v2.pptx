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图中任务缺口指本次任务未满足的需求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1965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01952"/>
            <a:ext cx="5093208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532888"/>
            <a:ext cx="5093208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02168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9923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7592" y="2971800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581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7592" y="3730752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17136"/>
            <a:ext cx="301752" cy="301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07592" y="4489704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2935224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42616" y="2935224"/>
            <a:ext cx="0" cy="185623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468880" y="4791456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42616" y="3401568"/>
            <a:ext cx="539496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9663" y="3401568"/>
            <a:ext cx="996697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44184" y="3401568"/>
            <a:ext cx="99669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固定方法：执行"/>
          <p:cNvSpPr/>
          <p:nvPr/>
        </p:nvSpPr>
        <p:spPr>
          <a:xfrm>
            <a:off x="3392423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3" y="3227832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82549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49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统一提问方式</a:t>
            </a:r>
          </a:p>
        </p:txBody>
      </p:sp>
      <p:sp>
        <p:nvSpPr>
          <p:cNvPr id="34" name="固定方法：留存记录"/>
          <p:cNvSpPr/>
          <p:nvPr/>
        </p:nvSpPr>
        <p:spPr>
          <a:xfrm>
            <a:off x="5266944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3227832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001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留存记录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001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回答与获取过程</a:t>
            </a:r>
          </a:p>
        </p:txBody>
      </p:sp>
      <p:sp>
        <p:nvSpPr>
          <p:cNvPr id="38" name="固定方法：按统一规则评分"/>
          <p:cNvSpPr/>
          <p:nvPr/>
        </p:nvSpPr>
        <p:spPr>
          <a:xfrm>
            <a:off x="7141464" y="3044952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344" y="3227832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74536" y="4005072"/>
            <a:ext cx="18470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4536" y="4507992"/>
            <a:ext cx="184708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18704" y="3401568"/>
            <a:ext cx="612648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31352" y="3003804"/>
            <a:ext cx="0" cy="208483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31352" y="3003804"/>
            <a:ext cx="18288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8750808" y="2468880"/>
            <a:ext cx="2167128" cy="1069848"/>
          </a:xfrm>
          <a:custGeom>
            <a:avLst/>
            <a:gdLst/>
            <a:ahLst/>
            <a:cxnLst/>
            <a:rect l="l" t="t" r="r" b="b"/>
            <a:pathLst>
              <a:path w="2167128" h="1069848">
                <a:moveTo>
                  <a:pt x="0" y="0"/>
                </a:moveTo>
                <a:lnTo>
                  <a:pt x="1965960" y="0"/>
                </a:lnTo>
                <a:lnTo>
                  <a:pt x="2167128" y="201168"/>
                </a:lnTo>
                <a:lnTo>
                  <a:pt x="2167128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716768" y="2468880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716768" y="2670048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33688" y="2642616"/>
            <a:ext cx="1801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33688" y="3118104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回答与查阅过程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31352" y="4046220"/>
            <a:ext cx="4572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实验产物文档：评分依据"/>
          <p:cNvSpPr/>
          <p:nvPr/>
        </p:nvSpPr>
        <p:spPr>
          <a:xfrm>
            <a:off x="9025128" y="3511296"/>
            <a:ext cx="2167127" cy="1069848"/>
          </a:xfrm>
          <a:custGeom>
            <a:avLst/>
            <a:gdLst/>
            <a:ahLst/>
            <a:cxnLst/>
            <a:rect l="l" t="t" r="r" b="b"/>
            <a:pathLst>
              <a:path w="2167127" h="1069848">
                <a:moveTo>
                  <a:pt x="0" y="0"/>
                </a:moveTo>
                <a:lnTo>
                  <a:pt x="1965959" y="0"/>
                </a:lnTo>
                <a:lnTo>
                  <a:pt x="2167127" y="201167"/>
                </a:lnTo>
                <a:lnTo>
                  <a:pt x="2167127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991087" y="3511296"/>
            <a:ext cx="0" cy="201167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991087" y="3712463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08007" y="3685032"/>
            <a:ext cx="1801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评分依据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8007" y="4160520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分项分数与证据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531352" y="5088636"/>
            <a:ext cx="73152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实验产物文档：任务缺口"/>
          <p:cNvSpPr/>
          <p:nvPr/>
        </p:nvSpPr>
        <p:spPr>
          <a:xfrm>
            <a:off x="9299448" y="4553712"/>
            <a:ext cx="2167128" cy="1069848"/>
          </a:xfrm>
          <a:custGeom>
            <a:avLst/>
            <a:gdLst/>
            <a:ahLst/>
            <a:cxnLst/>
            <a:rect l="l" t="t" r="r" b="b"/>
            <a:pathLst>
              <a:path w="2167128" h="1069848">
                <a:moveTo>
                  <a:pt x="0" y="0"/>
                </a:moveTo>
                <a:lnTo>
                  <a:pt x="1965959" y="0"/>
                </a:lnTo>
                <a:lnTo>
                  <a:pt x="2167128" y="201168"/>
                </a:lnTo>
                <a:lnTo>
                  <a:pt x="2167128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1265407" y="455371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65407" y="4754880"/>
            <a:ext cx="201169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482328" y="4727448"/>
            <a:ext cx="1801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任务缺口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82328" y="5202936"/>
            <a:ext cx="1801368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本次任务未满足项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498079" y="4855464"/>
            <a:ext cx="0" cy="612648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623560" y="5468112"/>
            <a:ext cx="1874519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623560" y="4864608"/>
            <a:ext cx="0" cy="603504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70448" y="488289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70448" y="5193792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835640" y="5687568"/>
            <a:ext cx="0" cy="39319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906256" y="6080760"/>
            <a:ext cx="1929384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642616" y="6080760"/>
            <a:ext cx="1033271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42616" y="4855464"/>
            <a:ext cx="0" cy="1225296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85615" y="5879592"/>
            <a:ext cx="50109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