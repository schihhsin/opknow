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主实验包括25组CANN/CUDA问题对，每侧分别由GLM-5.3、DeepSeek V4.1 Flash和Kimi（kimi-k3-2）执行一次，共150次。完整批次还有6次G迁移类比运行，单列分析。各指标按各自纳入范围统计，150次不意味着全部进入每个指标的均分。先比较每个模型内的两平台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同一任务分别设置两侧问题
三个模型按统一要求执行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1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621792" y="579729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5952744"/>
            <a:ext cx="10954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25组问题对 × 2个平台 × 3个模型 = 150次主实验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2656" y="2231136"/>
            <a:ext cx="104241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231136"/>
            <a:ext cx="2359152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固定方法：执行实验"/>
          <p:cNvSpPr/>
          <p:nvPr/>
        </p:nvSpPr>
        <p:spPr>
          <a:xfrm>
            <a:off x="4206240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步骤图标：执行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6824" y="2103120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64607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2968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40" name="留存文件关联：执行实验"/>
          <p:cNvCxnSpPr/>
          <p:nvPr/>
        </p:nvCxnSpPr>
        <p:spPr>
          <a:xfrm>
            <a:off x="5047488" y="2807208"/>
            <a:ext cx="0" cy="155448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固定方法：按统一规则评分"/>
          <p:cNvSpPr/>
          <p:nvPr/>
        </p:nvSpPr>
        <p:spPr>
          <a:xfrm>
            <a:off x="8631936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步骤图标：按统一规则评分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19" y="210312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90304" y="2048256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4424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5" name="留存文件关联：按统一规则评分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实验产物图标：过程记录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0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3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55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实验产物图标：评分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0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3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65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