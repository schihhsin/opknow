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执行实验、按统一规则评分，到评分结束。两个步骤下方分别挂出过程记录和评分记录，表示各步实际留下的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39112"/>
            <a:ext cx="1965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01952"/>
            <a:ext cx="841248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2532888"/>
            <a:ext cx="8412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521440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70632"/>
            <a:ext cx="30175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07592" y="2743200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2958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7592" y="3502152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88536"/>
            <a:ext cx="301752" cy="3017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07592" y="4261104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68880" y="2706624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42616" y="2706624"/>
            <a:ext cx="0" cy="18653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468880" y="4572000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42616" y="3054096"/>
            <a:ext cx="1709928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21224" y="3054096"/>
            <a:ext cx="4151376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固定方法：执行实验"/>
          <p:cNvSpPr/>
          <p:nvPr/>
        </p:nvSpPr>
        <p:spPr>
          <a:xfrm>
            <a:off x="4443984" y="2697480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2880360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0" y="3639312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041648"/>
            <a:ext cx="3200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同一套执行要求</a:t>
            </a:r>
          </a:p>
        </p:txBody>
      </p:sp>
      <p:cxnSp>
        <p:nvCxnSpPr>
          <p:cNvPr id="33" name="留存文件关联：执行实验"/>
          <p:cNvCxnSpPr/>
          <p:nvPr/>
        </p:nvCxnSpPr>
        <p:spPr>
          <a:xfrm>
            <a:off x="4800600" y="4379976"/>
            <a:ext cx="0" cy="118872"/>
          </a:xfrm>
          <a:prstGeom prst="line">
            <a:avLst/>
          </a:prstGeom>
          <a:ln w="13970">
            <a:solidFill>
              <a:srgbClr val="BBC4C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固定方法：按统一规则评分"/>
          <p:cNvSpPr/>
          <p:nvPr/>
        </p:nvSpPr>
        <p:spPr>
          <a:xfrm>
            <a:off x="9473184" y="2697480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2880360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0" y="3639312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041648"/>
            <a:ext cx="3200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38" name="留存文件关联：按统一规则评分"/>
          <p:cNvCxnSpPr/>
          <p:nvPr/>
        </p:nvCxnSpPr>
        <p:spPr>
          <a:xfrm>
            <a:off x="9829800" y="4379976"/>
            <a:ext cx="0" cy="118872"/>
          </a:xfrm>
          <a:prstGeom prst="line">
            <a:avLst/>
          </a:prstGeom>
          <a:ln w="13970">
            <a:solidFill>
              <a:srgbClr val="BBC4C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200400" y="4517136"/>
            <a:ext cx="3200400" cy="1069848"/>
          </a:xfrm>
          <a:custGeom>
            <a:avLst/>
            <a:gdLst/>
            <a:ahLst/>
            <a:cxnLst/>
            <a:rect l="l" t="t" r="r" b="b"/>
            <a:pathLst>
              <a:path w="3200400" h="1069848">
                <a:moveTo>
                  <a:pt x="0" y="0"/>
                </a:moveTo>
                <a:lnTo>
                  <a:pt x="2999232" y="0"/>
                </a:lnTo>
                <a:lnTo>
                  <a:pt x="3200400" y="201168"/>
                </a:lnTo>
                <a:lnTo>
                  <a:pt x="3200400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199632" y="4517136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99632" y="4718304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实验产物图标：过程记录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471830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785615" y="4690872"/>
            <a:ext cx="2432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166360"/>
            <a:ext cx="28346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44" name="实验产物文档：评分记录"/>
          <p:cNvSpPr/>
          <p:nvPr/>
        </p:nvSpPr>
        <p:spPr>
          <a:xfrm>
            <a:off x="8229600" y="4517136"/>
            <a:ext cx="3200400" cy="1069848"/>
          </a:xfrm>
          <a:custGeom>
            <a:avLst/>
            <a:gdLst/>
            <a:ahLst/>
            <a:cxnLst/>
            <a:rect l="l" t="t" r="r" b="b"/>
            <a:pathLst>
              <a:path w="3200400" h="1069848">
                <a:moveTo>
                  <a:pt x="0" y="0"/>
                </a:moveTo>
                <a:lnTo>
                  <a:pt x="2999232" y="0"/>
                </a:lnTo>
                <a:lnTo>
                  <a:pt x="3200400" y="201168"/>
                </a:lnTo>
                <a:lnTo>
                  <a:pt x="3200400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1228832" y="4517136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28832" y="4718304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实验产物图标：评分记录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718304"/>
            <a:ext cx="274320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14816" y="4690872"/>
            <a:ext cx="2432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166360"/>
            <a:ext cx="28346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cxnSp>
        <p:nvCxnSpPr>
          <p:cNvPr id="50" name="评分记录回查过程记录"/>
          <p:cNvCxnSpPr/>
          <p:nvPr/>
        </p:nvCxnSpPr>
        <p:spPr>
          <a:xfrm flipH="1">
            <a:off x="6446520" y="5084064"/>
            <a:ext cx="1737359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464808" y="4663440"/>
            <a:ext cx="17007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5303520"/>
            <a:ext cx="170078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回查原始记录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829800" y="5687568"/>
            <a:ext cx="0" cy="393192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906256" y="6080760"/>
            <a:ext cx="923544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642616" y="6080760"/>
            <a:ext cx="1033271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642616" y="4645152"/>
            <a:ext cx="0" cy="1435608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85615" y="5879592"/>
            <a:ext cx="50109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