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695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按模型比较两侧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028431" y="3017520"/>
            <a:ext cx="353872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同组题目，按指标计算两侧均分</a:t>
            </a:r>
          </a:p>
        </p:txBody>
      </p:sp>
      <p:pic>
        <p:nvPicPr>
          <p:cNvPr id="48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3666744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357616" y="3621024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73184" y="3529584"/>
            <a:ext cx="1024128" cy="475488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59" y="3602736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CUDA均分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34472" y="3529584"/>
            <a:ext cx="1024128" cy="475488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71048" y="3602736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CANN均分</a:t>
            </a:r>
          </a:p>
        </p:txBody>
      </p:sp>
      <p:pic>
        <p:nvPicPr>
          <p:cNvPr id="54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4424872"/>
            <a:ext cx="237744" cy="20281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357616" y="4361688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73184" y="4270248"/>
            <a:ext cx="1024128" cy="475488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59" y="4343400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CUDA均分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34472" y="4270248"/>
            <a:ext cx="1024128" cy="475488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71048" y="4343400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CANN均分</a:t>
            </a:r>
          </a:p>
        </p:txBody>
      </p:sp>
      <p:pic>
        <p:nvPicPr>
          <p:cNvPr id="60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5148072"/>
            <a:ext cx="237744" cy="2377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357616" y="5102352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73184" y="5010912"/>
            <a:ext cx="1024128" cy="475488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59" y="5084064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CUDA均分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634472" y="5010912"/>
            <a:ext cx="1024128" cy="475488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71048" y="5084064"/>
            <a:ext cx="950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CANN均分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再看三个模型的比较结果是否同向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