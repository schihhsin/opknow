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任务、平台和模型之间的比较、各模型任务平均、图表与设计线索属于后续汇总分析，页面明确区分；不是Skill一键自动产生结论。内容判断仍需复核，不声称已验证硬件运行成功或消除模型偏差。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992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把提问、执行、记录和评分要求，整理成一套可以重复使用的方法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3209544"/>
            <a:ext cx="49377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3216" y="3209544"/>
            <a:ext cx="411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54696" y="2715768"/>
            <a:ext cx="0" cy="10972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54696" y="271576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54696" y="381304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2450592"/>
            <a:ext cx="2706624" cy="15270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15768"/>
            <a:ext cx="22494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224942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一套问题、对照平台
以及实际执行的模型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322576"/>
            <a:ext cx="3557016" cy="177393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706624"/>
            <a:ext cx="3136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383280"/>
            <a:ext cx="31363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统一执行与记录方式
按规则评价、保留依据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29514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414015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完整过程记录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82549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回答、搜索与读取资料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9242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11296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评分依据与任务缺口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2277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分项分数、依据、未满足需求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59028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后续汇总：用这些产物比较平台与模型，找到设计改进线索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14807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不同平台和模型
使用同一套规则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分数能回到原始记录
查到判断依据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持续复用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换任务、模型或平台
沿用同一套流程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