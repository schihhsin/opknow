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主实验包括25组CANN/CUDA问题对，每侧分别由GLM-5.3、DeepSeek V4.1 Flash和Kimi（kimi-k3-2）执行一次，共150次。完整批次还有6次G迁移类比运行，单列分析。各指标按各自纳入范围统计，150次不意味着全部进入每个指标的均分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准备实验、执行实验、评分与复核。准备实验先确定任务、平台和模型，并明确冻结的任务要求、执行约定和评分标准。执行阶段保留检索前回答、真实搜索与读取、最终作答。评分与复核阶段按统一标准判分，并回查原始证据。执行与评分复核下方分别挂出过程记录和评分记录，表示各步实际留下的文件；准备阶段不另外新增记录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三个模型按统一要求执行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621792" y="579729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5952744"/>
            <a:ext cx="10954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准备实验"/>
          <p:cNvSpPr/>
          <p:nvPr/>
        </p:nvSpPr>
        <p:spPr>
          <a:xfrm>
            <a:off x="3319272" y="2002536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准备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10312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77639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确定任务与实验要求</a:t>
            </a:r>
          </a:p>
        </p:txBody>
      </p:sp>
      <p:sp>
        <p:nvSpPr>
          <p:cNvPr id="38" name="固定方法：执行实验"/>
          <p:cNvSpPr/>
          <p:nvPr/>
        </p:nvSpPr>
        <p:spPr>
          <a:xfrm>
            <a:off x="6153912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步骤图标：执行实验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10312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2" name="固定方法：评分与复核"/>
          <p:cNvSpPr/>
          <p:nvPr/>
        </p:nvSpPr>
        <p:spPr>
          <a:xfrm>
            <a:off x="8874252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步骤图标：评分与复核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836" y="2103120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32620" y="2048256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62656" y="2231136"/>
            <a:ext cx="2651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93207" y="2231136"/>
            <a:ext cx="969265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2231136"/>
            <a:ext cx="854964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995160" y="2807208"/>
            <a:ext cx="0" cy="73152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留存文件关联：执行实验到过程记录"/>
          <p:cNvCxnSpPr/>
          <p:nvPr/>
        </p:nvCxnSpPr>
        <p:spPr>
          <a:xfrm flipH="1">
            <a:off x="5047488" y="2880360"/>
            <a:ext cx="1947672" cy="0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5047488" y="2880360"/>
            <a:ext cx="0" cy="82296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留存文件关联：评分与复核到评分记录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实验产物图标：过程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7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60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62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实验产物图标：评分记录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7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70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72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