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侧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平台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侧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评分记录中的未满足项指本次任务需求的剩余缺口，后续汇总再比较共同问题。Skill并不一键自动产生研究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页面关系：主流程为执行实验、按统一规则评分，到评分结束。两个步骤下方分别挂出过程记录和评分记录，表示各步实际留下的文件。过程记录对应process.jsonl，评分记录对应evaluation.json，评分依据和任务缺口均属于评分记录中的内容，不是第三份独立文件。两份记录之间的反向箭头表示复核时从评分记录回查原始过程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356F50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356F50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路由：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路由：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路由：是否需要外部资料？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8F1F3"/>
          </a:solidFill>
          <a:ln w="10160">
            <a:solidFill>
              <a:srgbClr val="A9CB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F6873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FF3E5"/>
          </a:solidFill>
          <a:ln w="10160">
            <a:solidFill>
              <a:srgbClr val="AF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0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0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F7F0CC"/>
          </a:solidFill>
          <a:ln w="10160">
            <a:solidFill>
              <a:srgbClr val="D4CA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A672B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0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873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D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0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0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F7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672B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25组对照问题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54480"/>
            <a:ext cx="10945368" cy="82296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645920"/>
            <a:ext cx="105978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25组问题 × 2个平台 × 3个模型 = 150次主实验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039112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平台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9" name="平台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各模型内，按指标算两侧均分</a:t>
            </a:r>
          </a:p>
        </p:txBody>
      </p:sp>
      <p:sp>
        <p:nvSpPr>
          <p:cNvPr id="53" name="独立模型平台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6" name="独立模型平台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9" name="独立模型平台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039112"/>
            <a:ext cx="1965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可替换的输入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901952"/>
            <a:ext cx="841248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108960" y="2532888"/>
            <a:ext cx="0" cy="22860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08960" y="2532888"/>
            <a:ext cx="8412480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521440" y="2532888"/>
            <a:ext cx="0" cy="22860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70632"/>
            <a:ext cx="301752" cy="3017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07592" y="2743200"/>
            <a:ext cx="11338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529584"/>
            <a:ext cx="301752" cy="3017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07592" y="3502152"/>
            <a:ext cx="11338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平台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88536"/>
            <a:ext cx="301752" cy="3017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07592" y="4261104"/>
            <a:ext cx="11338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模型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68880" y="2706624"/>
            <a:ext cx="173736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642616" y="2706624"/>
            <a:ext cx="0" cy="186537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468880" y="4572000"/>
            <a:ext cx="173736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42616" y="3054096"/>
            <a:ext cx="1709928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21224" y="3054096"/>
            <a:ext cx="4151376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固定方法：执行实验"/>
          <p:cNvSpPr/>
          <p:nvPr/>
        </p:nvSpPr>
        <p:spPr>
          <a:xfrm>
            <a:off x="4443984" y="2697480"/>
            <a:ext cx="713232" cy="713232"/>
          </a:xfrm>
          <a:prstGeom prst="ellipse">
            <a:avLst/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步骤图标：执行实验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6864" y="2880360"/>
            <a:ext cx="347472" cy="3474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0" y="3529584"/>
            <a:ext cx="32004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执行实验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3913632"/>
            <a:ext cx="32004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同一套执行要求</a:t>
            </a:r>
          </a:p>
        </p:txBody>
      </p:sp>
      <p:cxnSp>
        <p:nvCxnSpPr>
          <p:cNvPr id="33" name="留存文件关联：执行实验"/>
          <p:cNvCxnSpPr/>
          <p:nvPr/>
        </p:nvCxnSpPr>
        <p:spPr>
          <a:xfrm>
            <a:off x="4800600" y="4251960"/>
            <a:ext cx="0" cy="356616"/>
          </a:xfrm>
          <a:prstGeom prst="line">
            <a:avLst/>
          </a:prstGeom>
          <a:ln w="15875">
            <a:solidFill>
              <a:srgbClr val="355E8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固定方法：按统一规则评分"/>
          <p:cNvSpPr/>
          <p:nvPr/>
        </p:nvSpPr>
        <p:spPr>
          <a:xfrm>
            <a:off x="9473184" y="2697480"/>
            <a:ext cx="713232" cy="713232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步骤图标：按统一规则评分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6064" y="2880360"/>
            <a:ext cx="347472" cy="3474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29600" y="3529584"/>
            <a:ext cx="32004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按统一规则评分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913632"/>
            <a:ext cx="320040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便于比较</a:t>
            </a:r>
          </a:p>
        </p:txBody>
      </p:sp>
      <p:cxnSp>
        <p:nvCxnSpPr>
          <p:cNvPr id="38" name="留存文件关联：按统一规则评分"/>
          <p:cNvCxnSpPr/>
          <p:nvPr/>
        </p:nvCxnSpPr>
        <p:spPr>
          <a:xfrm>
            <a:off x="9829800" y="4251960"/>
            <a:ext cx="0" cy="356616"/>
          </a:xfrm>
          <a:prstGeom prst="line">
            <a:avLst/>
          </a:prstGeom>
          <a:ln w="15875">
            <a:solidFill>
              <a:srgbClr val="69518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实验产物文档：过程记录"/>
          <p:cNvSpPr/>
          <p:nvPr/>
        </p:nvSpPr>
        <p:spPr>
          <a:xfrm>
            <a:off x="3200400" y="4645152"/>
            <a:ext cx="3200400" cy="1069848"/>
          </a:xfrm>
          <a:custGeom>
            <a:avLst/>
            <a:gdLst/>
            <a:ahLst/>
            <a:cxnLst/>
            <a:rect l="l" t="t" r="r" b="b"/>
            <a:pathLst>
              <a:path w="3200400" h="1069848">
                <a:moveTo>
                  <a:pt x="0" y="0"/>
                </a:moveTo>
                <a:lnTo>
                  <a:pt x="2999232" y="0"/>
                </a:lnTo>
                <a:lnTo>
                  <a:pt x="3200400" y="201168"/>
                </a:lnTo>
                <a:lnTo>
                  <a:pt x="3200400" y="1069848"/>
                </a:lnTo>
                <a:lnTo>
                  <a:pt x="0" y="106984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6199632" y="4645152"/>
            <a:ext cx="0" cy="201168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199632" y="4846320"/>
            <a:ext cx="201168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实验产物图标：过程记录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4846320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785615" y="4818888"/>
            <a:ext cx="2432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过程记录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5294376"/>
            <a:ext cx="2834640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回答、搜索与资料读取</a:t>
            </a:r>
          </a:p>
        </p:txBody>
      </p:sp>
      <p:sp>
        <p:nvSpPr>
          <p:cNvPr id="44" name="实验产物文档：评分记录"/>
          <p:cNvSpPr/>
          <p:nvPr/>
        </p:nvSpPr>
        <p:spPr>
          <a:xfrm>
            <a:off x="8229600" y="4645152"/>
            <a:ext cx="3200400" cy="1069848"/>
          </a:xfrm>
          <a:custGeom>
            <a:avLst/>
            <a:gdLst/>
            <a:ahLst/>
            <a:cxnLst/>
            <a:rect l="l" t="t" r="r" b="b"/>
            <a:pathLst>
              <a:path w="3200400" h="1069848">
                <a:moveTo>
                  <a:pt x="0" y="0"/>
                </a:moveTo>
                <a:lnTo>
                  <a:pt x="2999232" y="0"/>
                </a:lnTo>
                <a:lnTo>
                  <a:pt x="3200400" y="201168"/>
                </a:lnTo>
                <a:lnTo>
                  <a:pt x="3200400" y="1069848"/>
                </a:lnTo>
                <a:lnTo>
                  <a:pt x="0" y="106984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1228832" y="4645152"/>
            <a:ext cx="0" cy="201168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228832" y="4846320"/>
            <a:ext cx="201168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实验产物图标：评分记录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0" y="4846320"/>
            <a:ext cx="274320" cy="2743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814816" y="4818888"/>
            <a:ext cx="24323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评分记录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5294376"/>
            <a:ext cx="2834640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得分、依据与未满足项</a:t>
            </a:r>
          </a:p>
        </p:txBody>
      </p:sp>
      <p:cxnSp>
        <p:nvCxnSpPr>
          <p:cNvPr id="50" name="评分记录回查过程记录"/>
          <p:cNvCxnSpPr/>
          <p:nvPr/>
        </p:nvCxnSpPr>
        <p:spPr>
          <a:xfrm flipH="1">
            <a:off x="6446520" y="5212080"/>
            <a:ext cx="1737359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464808" y="4791456"/>
            <a:ext cx="170078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64808" y="5431536"/>
            <a:ext cx="170078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回查原始记录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829800" y="5815584"/>
            <a:ext cx="0" cy="265176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8906256" y="6080760"/>
            <a:ext cx="923544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2642616" y="6080760"/>
            <a:ext cx="1033271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642616" y="4645152"/>
            <a:ext cx="0" cy="1435608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785615" y="5879592"/>
            <a:ext cx="5010912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换任务、平台或模型，继续复用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