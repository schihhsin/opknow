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237744" cy="237744"/>
          </a:xfrm>
          <a:prstGeom prst="rect">
            <a:avLst/>
          </a:prstGeom>
        </p:spPr>
      </p:pic>
      <p:sp>
        <p:nvSpPr>
          <p:cNvPr id="20" name="主要输入标题：任务"/>
          <p:cNvSpPr txBox="1"/>
          <p:nvPr/>
        </p:nvSpPr>
        <p:spPr>
          <a:xfrm>
            <a:off x="1078992" y="2386584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85032"/>
            <a:ext cx="237744" cy="237744"/>
          </a:xfrm>
          <a:prstGeom prst="rect">
            <a:avLst/>
          </a:prstGeom>
        </p:spPr>
      </p:pic>
      <p:sp>
        <p:nvSpPr>
          <p:cNvPr id="22" name="主要输入标题：平台"/>
          <p:cNvSpPr txBox="1"/>
          <p:nvPr/>
        </p:nvSpPr>
        <p:spPr>
          <a:xfrm>
            <a:off x="1078992" y="3630168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64024"/>
            <a:ext cx="237744" cy="237744"/>
          </a:xfrm>
          <a:prstGeom prst="rect">
            <a:avLst/>
          </a:prstGeom>
        </p:spPr>
      </p:pic>
      <p:sp>
        <p:nvSpPr>
          <p:cNvPr id="24" name="主要输入标题：模型"/>
          <p:cNvSpPr txBox="1"/>
          <p:nvPr/>
        </p:nvSpPr>
        <p:spPr>
          <a:xfrm>
            <a:off x="1078992" y="4709160"/>
            <a:ext cx="1609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90672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6879"/>
            <a:ext cx="594360" cy="21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5608" y="4105656"/>
            <a:ext cx="12893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3036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" y="5184648"/>
            <a:ext cx="1801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2656" y="2231136"/>
            <a:ext cx="104241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231136"/>
            <a:ext cx="2359152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固定方法：执行实验"/>
          <p:cNvSpPr/>
          <p:nvPr/>
        </p:nvSpPr>
        <p:spPr>
          <a:xfrm>
            <a:off x="4206240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步骤图标：执行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6824" y="2103120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64607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2968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40" name="留存文件关联：执行实验"/>
          <p:cNvCxnSpPr/>
          <p:nvPr/>
        </p:nvCxnSpPr>
        <p:spPr>
          <a:xfrm>
            <a:off x="5047488" y="2807208"/>
            <a:ext cx="0" cy="155448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固定方法：按统一规则评分"/>
          <p:cNvSpPr/>
          <p:nvPr/>
        </p:nvSpPr>
        <p:spPr>
          <a:xfrm>
            <a:off x="8631936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步骤图标：按统一规则评分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19" y="210312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90304" y="2048256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4424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5" name="留存文件关联：按统一规则评分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实验产物图标：过程记录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0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3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55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实验产物图标：评分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0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3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65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